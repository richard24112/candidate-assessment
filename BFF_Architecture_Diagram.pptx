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Customer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Agent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64592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API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64592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BFF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73152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Quotation Microservice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01168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Payment Microservice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329184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External Payment Gateway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29184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